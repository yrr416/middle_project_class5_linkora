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3A5F"/>
                </a:solidFill>
              </a:rPr>
              <a:t>팀별 프로젝트 결과보고서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331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75569"/>
                </a:solidFill>
              </a:rPr>
              <a:t>회원 인증 및 마이페이지 기능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로그인 · 로그아웃 · 소셜 로그인 · 마이페이지 · 회원 탈퇴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작성일: 2026년 4월 21일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(팀명·작성자명은 슬라이드 하단을 수정하여 사용)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목차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8229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334155"/>
                </a:solidFill>
              </a:rPr>
              <a:t>로그인 (일반 계정)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</a:rPr>
              <a:t>로그아웃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</a:rPr>
              <a:t>소셜 로그인 (카카오 / 네이버)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</a:rPr>
              <a:t>마이페이지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</a:rPr>
              <a:t>회원 탈퇴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</a:rPr>
              <a:t>시연 URL·설정·이슈 및 개선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1. 로그인 (일반 계정)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8229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334155"/>
                </a:solidFill>
              </a:rPr>
              <a:t>목적: 가입한 회원이 아이디·비밀번호로 서비스에 접속한다.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</a:rPr>
              <a:t>구현 요약: 로그인 화면에서 인증 정보를 제출하고, 성공 시 세션(또는 보안 컨텍스트)이 유지된다.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</a:rPr>
              <a:t>주요 화면: 로그인 폼(아이디, 비밀번호), 회원가입·아이디/비밀번호 찾기 링크.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</a:rPr>
              <a:t>보안: 비밀번호는 평문 저장 없이 해시로 저장·검증한다. CSRF 토큰을 폼에 포함한다.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</a:rPr>
              <a:t>실패 처리: 자격 증명 불일치, 비활성(탈퇴) 계정 등에 대한 안내 메시지.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</a:rPr>
              <a:t>[캡처 슬롯] 실제 서비스 로그인 화면 스크린샷을 이 슬라이드 오른쪽에 붙여넣기.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2. 로그아웃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8229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334155"/>
                </a:solidFill>
              </a:rPr>
              <a:t>목적: 로그인 세션을 종료하고 타인이 동일 기기에서 계정을 이어 쓰지 못하게 한다.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</a:rPr>
              <a:t>구현 요약: 서버 측 세션 무효화 및 인증 정보 제거, 필요 시 쿠키(JSESSIONID 등) 삭제.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</a:rPr>
              <a:t>UX: 헤더·마이페이지 등에서 ‘로그아웃’ 진입점을 제공한다.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</a:rPr>
              <a:t>로그아웃 후 이동: 메인 또는 로그인 페이지로 리다이렉트.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</a:rPr>
              <a:t>[캡처 슬롯] 로그아웃 버튼 위치 및 로그아웃 후 화면.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</a:rPr>
              <a:t>3. 소셜 로그인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카카오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39319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>
                <a:solidFill>
                  <a:srgbClr val="334155"/>
                </a:solidFill>
              </a:rPr>
              <a:t>OAuth 2.0 인가 코드 방식.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</a:rPr>
              <a:t>카카오 개발자 콘솔에 앱 등록, REST API 키·Redirect URI 설정.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</a:rPr>
              <a:t>동의 항목: 닉네임, 이메일, 프로필 이미지 등(과제 범위에 맞게 선택).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</a:rPr>
              <a:t>콜백에서 액세스 토큰 발급 후 사용자 정보 API로 프로필 조회.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</a:rPr>
              <a:t>내부 user 테이블에 provider_subject 형태로 매핑·가입(연동).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2400E"/>
                </a:solidFill>
              </a:rPr>
              <a:t>네이버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0" y="1280160"/>
            <a:ext cx="41148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>
                <a:solidFill>
                  <a:srgbClr val="334155"/>
                </a:solidFill>
              </a:rPr>
              <a:t>네이버 아이디로 로그인 API 사용.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</a:rPr>
              <a:t>Client ID/Secret, Callback URL을 네이버 개발자 센터와 동일하게 맞춤.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</a:rPr>
              <a:t>state 값으로 CSRF 방지.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</a:rPr>
              <a:t>프로필 응답을 파싱해 이름·이메일·전화 등 저장.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</a:rPr>
              <a:t>로그인 완료 후 Spring Security(또는 사용 프레임워크) 세션에 반영.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3-1. 소셜 로그인 — 공통 처리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8229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334155"/>
                </a:solidFill>
              </a:rPr>
              <a:t>최초 로그인: 소셜 식별자로 회원 레코드 생성(임의 비밀번호는 로그인용이 아닌 자리 채움).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</a:rPr>
              <a:t>재방문: 동일 식별자로 기존 회원 정보 갱신(이름·이메일·프로필 이미지 등).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</a:rPr>
              <a:t>일반 로그인과 동일하게 마이페이지·예약 등 권한이 필요한 기능 접근 가능.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</a:rPr>
              <a:t>오류: 설정 누락, 사용자 동의 취소, 토큰/프로필 API 실패 시 로그인 페이지로 메시지와 함께 복귀.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</a:rPr>
              <a:t>[캡처 슬롯] 카카오/네이버 로그인 버튼 및 동의 화면.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4. 마이페이지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8229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334155"/>
                </a:solidFill>
              </a:rPr>
              <a:t>목적: 로그인한 회원이 본인 정보를 조회·일부 수정한다.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</a:rPr>
              <a:t>표시 정보: 아이디(또는 소셜 연동 표시), 가입일, 이메일, 전화, 주소, 프로필 이미지 등.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</a:rPr>
              <a:t>기능 예시: 비밀번호 변경(일반 가입자), 프로필 이미지 변경, 예약·문의·리뷰 관리로 이동.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</a:rPr>
              <a:t>소셜 가입자: 비밀번호 변경 UI는 숨기거나 ‘소셜 계정’ 배지로 구분.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</a:rPr>
              <a:t>접근 제어: 비로그인 사용자는 로그인 페이지로 리다이렉트.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</a:rPr>
              <a:t>[캡처 슬롯] 마이페이지 전체 화면.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5. 회원 탈퇴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8229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334155"/>
                </a:solidFill>
              </a:rPr>
              <a:t>목적: 회원이 서비스 이용 종료를 요청하면 개인정보·계정을 정책에 따라 삭제한다.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</a:rPr>
              <a:t>일반 가입: 탈퇴 확인 모달에서 현재 비밀번호 재입력 후 POST로만 처리(실수·GET 탈퇴 방지).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</a:rPr>
              <a:t>소셜 가입: 비밀번호 없이 확인 대화상자 후 탈퇴 처리(내부적으로는 지정 필드 삭제 또는 비활성).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</a:rPr>
              <a:t>탈퇴 후: 세션 로그아웃 후 로그인 페이지로 이동, ‘탈퇴 완료’ 안내.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</a:rPr>
              <a:t>데이터: 예약 이력 등은 과제·정책에 따라 익명화 또는 보존 기간 명시.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</a:rPr>
              <a:t>[캡처 슬롯] 탈퇴 버튼 및 확인 모달.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6. 시연·설정 체크리스트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8229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334155"/>
                </a:solidFill>
              </a:rPr>
              <a:t>로컬/배포 URL, DB 연결, 메일 발송(비밀번호 찾기 사용 시) 확인.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</a:rPr>
              <a:t>카카오: Redirect URI에 포트·호스트(localhost vs 127.0.0.1) 일치.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</a:rPr>
              <a:t>네이버: Callback URL과 앱 설정 일치, state 검증.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</a:rPr>
              <a:t>탈퇴 계정으로 재로그인 시도 시 ‘비활성’ 메시지 시연.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마무리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본 자료는 ‘로그인·로그아웃·소셜 로그인·마이페이지·탈퇴’ 범위의 결과보고용 슬라이드 초안입니다.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실제 캡처·팀명·URL·DB 스키마 다이어그램을 추가하면 발표 자료로 완성됩니다.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팀별 프로젝트 결과보고서 (회원·인증)</dc:title>
  <dc:subject>로그인, 로그아웃, 소셜 로그인, 마이페이지, 회원 탈퇴</dc:subject>
  <dc:creator>프로젝트 팀</dc:creator>
  <cp:lastModifiedBy>프로젝트 팀</cp:lastModifiedBy>
  <cp:revision>1</cp:revision>
  <dcterms:created xsi:type="dcterms:W3CDTF">2026-04-21T01:40:34Z</dcterms:created>
  <dcterms:modified xsi:type="dcterms:W3CDTF">2026-04-21T01:40:34Z</dcterms:modified>
</cp:coreProperties>
</file>